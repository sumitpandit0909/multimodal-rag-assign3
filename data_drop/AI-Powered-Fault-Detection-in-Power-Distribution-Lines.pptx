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Syne"/>
      <p:regular r:id="rId201316"/>
    </p:embeddedFont>
    <p:embeddedFont>
      <p:font typeface="Syn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080220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AI-Powered Fault Detection in Power Distribution Lines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413940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Intelligent real-time monitoring system using Arduino and machine learning to detect electrical faults before they cause damage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4934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334813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4233962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897510" y="4433391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Monitoring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7510" y="4846340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Continuously monitor power distribution lines for electrical anomalies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63035" y="4233962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4562460" y="4433391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Fault Detection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62460" y="4846340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Identify short circuits, overloads, voltage sags and swells using AI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27985" y="4233962"/>
            <a:ext cx="3465624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8227410" y="4433391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Intelligent Alerts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7410" y="4846340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 predictive warnings through smart dashboard system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90662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Is It Useful?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98086" y="1700709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4" name="Text 2"/>
          <p:cNvSpPr/>
          <p:nvPr/>
        </p:nvSpPr>
        <p:spPr>
          <a:xfrm>
            <a:off x="1294177" y="1764903"/>
            <a:ext cx="569868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Critical Safety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94177" y="2215257"/>
            <a:ext cx="5698685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grid faults cause dangerous outages and equipment damage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8086" y="2855714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1294177" y="2919909"/>
            <a:ext cx="569868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Traditional Limitations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4177" y="3370263"/>
            <a:ext cx="5698685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Existing relays and circuit breakers are slow and reactive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8086" y="4010720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1294177" y="4074914"/>
            <a:ext cx="569868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Advantage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94177" y="4525268"/>
            <a:ext cx="5698685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Predictive detection based on voltage and current patterns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98086" y="5165725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3" name="Text 11"/>
          <p:cNvSpPr/>
          <p:nvPr/>
        </p:nvSpPr>
        <p:spPr>
          <a:xfrm>
            <a:off x="1294177" y="5229920"/>
            <a:ext cx="569868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IoT Integration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94177" y="5680273"/>
            <a:ext cx="5698685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Remote monitoring with real-time dashboard alerts</a:t>
            </a:r>
            <a:endParaRPr lang="en-US" sz="14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5408" y="1700709"/>
            <a:ext cx="4044452" cy="40445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2173"/>
            <a:ext cx="10795524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 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8086" y="1442045"/>
            <a:ext cx="3676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8086" y="1729085"/>
            <a:ext cx="5313031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1871762"/>
            <a:ext cx="53130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Acquisition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8086" y="2243931"/>
            <a:ext cx="5313031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Arduino Uno with current (ACS712) and voltage (ZMPT101B) sensors sampling at 1 KHz frequency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80578" y="1442045"/>
            <a:ext cx="3676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0578" y="1729085"/>
            <a:ext cx="5313031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9" name="Text 7"/>
          <p:cNvSpPr/>
          <p:nvPr/>
        </p:nvSpPr>
        <p:spPr>
          <a:xfrm>
            <a:off x="6180578" y="1871762"/>
            <a:ext cx="53130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Preprocessing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80578" y="2243931"/>
            <a:ext cx="5313031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script processes serial data, filters noise, calculates RMS values and power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8086" y="3116461"/>
            <a:ext cx="3676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8086" y="3403501"/>
            <a:ext cx="5313031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8086" y="3546177"/>
            <a:ext cx="53130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Extraction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8086" y="3918347"/>
            <a:ext cx="5313031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Extract RMS voltage/current, power factor, harmonic content using FFT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0578" y="3116461"/>
            <a:ext cx="3676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0578" y="3403501"/>
            <a:ext cx="5313031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80578" y="3546177"/>
            <a:ext cx="53130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Model Training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80578" y="3918347"/>
            <a:ext cx="5313031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 Classifier trained on labeled normal vs fault data patterns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086" y="4790877"/>
            <a:ext cx="3676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8086" y="5077916"/>
            <a:ext cx="5313031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8086" y="5220593"/>
            <a:ext cx="53130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Detection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8086" y="5592763"/>
            <a:ext cx="5313031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 monitoring with instant fault classification and alert generation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80578" y="4790877"/>
            <a:ext cx="3676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0578" y="5077916"/>
            <a:ext cx="5313031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80578" y="5220593"/>
            <a:ext cx="53130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Interface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180578" y="5592763"/>
            <a:ext cx="5313031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Streamlit dashboard displaying live plots, status, and fault type identification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57213"/>
            <a:ext cx="6223638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Arduino vs AI Roles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1567259"/>
            <a:ext cx="2883721" cy="45362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83892" y="1779588"/>
            <a:ext cx="235747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Arduino Uno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583892" y="2229941"/>
            <a:ext cx="2357478" cy="3661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Role: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Data acquisition and preprocessing</a:t>
            </a:r>
            <a:endParaRPr lang="en-US" sz="145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Tasks: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High-frequency voltage/current sampling, serial transmission</a:t>
            </a:r>
            <a:endParaRPr lang="en-US" sz="145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Strength: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Hardware-level sensing, fast sampling, easy prototyping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Limitation: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Limited compute power for AI processing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6238" y="1567259"/>
            <a:ext cx="2883721" cy="453628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30159" y="1779588"/>
            <a:ext cx="235747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Model (Python)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930159" y="2229941"/>
            <a:ext cx="2357478" cy="3661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Role: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Intelligent fault classification</a:t>
            </a:r>
            <a:endParaRPr lang="en-US" sz="145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Tasks: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Pattern analysis, trained model predictions, alert generation</a:t>
            </a:r>
            <a:endParaRPr lang="en-US" sz="145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Strength: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Processes complex non-linear patterns and harmonics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Requirement: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Needs training data for accurate pattern recognition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1500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Block Diagram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330920"/>
            <a:ext cx="825876" cy="991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682" y="1496020"/>
            <a:ext cx="98329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Line Sensors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60682" y="1820962"/>
            <a:ext cx="9832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Current sensor (ACS712) + Voltage sensor (ZMPT101B) measure electrical parameters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322016"/>
            <a:ext cx="825876" cy="9910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0682" y="2487116"/>
            <a:ext cx="98329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Arduino Uno Processing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660682" y="2812058"/>
            <a:ext cx="9832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Analog data sampling and serial/Wi-Fi transmission to PC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313113"/>
            <a:ext cx="825876" cy="9910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0682" y="3478213"/>
            <a:ext cx="98329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Python ML Pipeline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660682" y="3803154"/>
            <a:ext cx="9832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 extraction (RMS, FFT, Power Factor) and AI model processing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4304209"/>
            <a:ext cx="825876" cy="9910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60682" y="4469309"/>
            <a:ext cx="98329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Fault Classification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660682" y="4794250"/>
            <a:ext cx="9832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 model outputs Normal/Fault status with type identification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5295305"/>
            <a:ext cx="825876" cy="9910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60682" y="5460405"/>
            <a:ext cx="98329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Alert Dashboard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660682" y="5785346"/>
            <a:ext cx="9832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display of system status and fault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43645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Advantages &amp; Deliverables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415580"/>
            <a:ext cx="2868541" cy="1055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This Approach Is Better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269971" y="3670796"/>
            <a:ext cx="2868541" cy="237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detects complex patterns beyond simple thresholds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Adaptive to different line types and environmental changes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Cost-effective prototyping with Arduino and Python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31418" y="2415580"/>
            <a:ext cx="2868541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Final Deliverables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31418" y="2966938"/>
            <a:ext cx="2868541" cy="2194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Working hardware prototype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Labeled training dataset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Trained AI model (.pkl file)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detection demo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Comprehensive project report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2026-09-15T08:59:00Z</dcterms:created>
  <dcterms:modified xsi:type="dcterms:W3CDTF">2026-09-15T08:59:00Z</dcterms:modified>
</cp:coreProperties>
</file>